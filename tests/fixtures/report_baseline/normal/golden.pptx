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2026 Q1 港区吞吐量分析报告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Microsoft YaHei"/>
              </a:defRPr>
            </a:pPr>
            <a:r>
              <a:t>编制：Analytica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73152" cy="1645919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1.  一、港区吞吐量现状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2.  二、关键指标分析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3.  三、综合结论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Microsoft YaHei"/>
              </a:defRPr>
            </a:pPr>
            <a:r>
              <a:t>核心经营指标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255519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07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6E7A"/>
                </a:solidFill>
                <a:latin typeface="Microsoft YaHei"/>
              </a:defRPr>
            </a:pPr>
            <a:r>
              <a:t>总吞吐量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9500.6 万吨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07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6E7A"/>
                </a:solidFill>
                <a:latin typeface="Microsoft YaHei"/>
              </a:defRPr>
            </a:pPr>
            <a:r>
              <a:t>2026 Q1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800" y="1188720"/>
            <a:ext cx="2255519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4240" y="1371600"/>
            <a:ext cx="207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6E7A"/>
                </a:solidFill>
                <a:latin typeface="Microsoft YaHei"/>
              </a:defRPr>
            </a:pPr>
            <a:r>
              <a:t>同比增长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4240" y="18288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12.0%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4240" y="3017520"/>
            <a:ext cx="207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6E7A"/>
                </a:solidFill>
                <a:latin typeface="Microsoft YaHei"/>
              </a:defRPr>
            </a:pPr>
            <a:r>
              <a:t>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200" y="1188720"/>
            <a:ext cx="2255519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2639" y="1371600"/>
            <a:ext cx="207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6E7A"/>
                </a:solidFill>
                <a:latin typeface="Microsoft YaHei"/>
              </a:defRPr>
            </a:pPr>
            <a:r>
              <a:t>最高港区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2639" y="1828800"/>
            <a:ext cx="207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  <a:latin typeface="Calibri"/>
              </a:defRPr>
            </a:pPr>
            <a:r>
              <a:t>大连港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2639" y="3017520"/>
            <a:ext cx="207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6E7A"/>
                </a:solidFill>
                <a:latin typeface="Microsoft YaHei"/>
              </a:defRPr>
            </a:pPr>
            <a:r>
              <a:t>4500.5 万吨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一、港区吞吐量现状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港区吞吐量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29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系列1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大连港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4,500.50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营口港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3,200.10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锦州港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1,800.00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二、关键指标分析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二、关键指标分析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463040"/>
            <a:ext cx="70408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6766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↑12.0%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↑3.0%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9377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二、关键指标分析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26280" y="1097280"/>
            <a:ext cx="45720" cy="53035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2026 Q1 大连港吞吐量达 4500.5 万吨，同比增长 12%，居三港之首；营口港 3200.1 万吨，锦州港 1800.0 万吨。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throughput：均值 3,166.87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二、关键指标分析 - 统计数据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>
                          <a:latin typeface="Microsoft YaHei"/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3,166.87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1,800.00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4,500.50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三、综合结论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核心结论与建议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三港区集装箱吞吐量整体稳健增长，大连港持续领跑。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65760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