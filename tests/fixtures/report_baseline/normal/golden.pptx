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</c:v>
                </c:pt>
              </c:strCache>
            </c:strRef>
          </c:tx>
          <c:spPr>
            <a:solidFill>
              <a:srgbClr val="1E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大连港</c:v>
                  </c:pt>
                  <c:pt idx="1">
                    <c:v>营口港</c:v>
                  </c:pt>
                  <c:pt idx="2">
                    <c:v>锦州港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4500.5</c:v>
                </c:pt>
                <c:pt idx="1">
                  <c:v>3200.1</c:v>
                </c:pt>
                <c:pt idx="2">
                  <c:v>1800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Q1 港区吞吐量分析报告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编制：Analytica Test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2026-04-29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 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97280" y="1188720"/>
            <a:ext cx="73152" cy="16459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188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 一、港区吞吐量现状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691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 二、关键指标分析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 三、综合结论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核心经营指标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14400" y="1188720"/>
            <a:ext cx="2255520" cy="41148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99999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5193792"/>
            <a:ext cx="2255520" cy="1097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207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总吞吐量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2072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9500.6 万吨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05840" y="3291840"/>
            <a:ext cx="207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Q1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52800" y="1188720"/>
            <a:ext cx="2255520" cy="41148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99999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52800" y="5193792"/>
            <a:ext cx="2255520" cy="1097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3444240" y="1371600"/>
            <a:ext cx="207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同比增长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44240" y="2011680"/>
            <a:ext cx="2072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444240" y="3291840"/>
            <a:ext cx="207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791200" y="1188720"/>
            <a:ext cx="2255520" cy="41148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99999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91200" y="5193792"/>
            <a:ext cx="2255520" cy="109728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5" name="Text 13"/>
          <p:cNvSpPr/>
          <p:nvPr/>
        </p:nvSpPr>
        <p:spPr>
          <a:xfrm>
            <a:off x="5882640" y="1371600"/>
            <a:ext cx="207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最高港区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82640" y="2011680"/>
            <a:ext cx="2072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大连港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882640" y="3291840"/>
            <a:ext cx="207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4500.5 万吨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一、港区吞吐量现状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港区吞吐量</a:t>
            </a:r>
            <a:endParaRPr lang="en-US" sz="1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73152" cy="63093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一、港区吞吐量现状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863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Q1 大连港吞吐量达 4500.5 万吨，同比增长 12%，居三港之首；营口港 3200.1 万吨，锦州港 1800.0 万吨。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二、关键指标分析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二、关键指标分析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051560" y="1463040"/>
            <a:ext cx="7040880" cy="4114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88720" y="2377440"/>
            <a:ext cx="6766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↑12.0%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88720" y="347472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402336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↑3.0%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88720" y="493776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环比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二、关键指标分析 - 统计数据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50292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14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均值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中位数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标准差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最小值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最大值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</a:tr>
              <a:tr h="2514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三、综合结论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14400" y="4389120"/>
            <a:ext cx="1828800" cy="54864"/>
          </a:xfrm>
          <a:prstGeom prst="rect">
            <a:avLst/>
          </a:prstGeom>
          <a:solidFill>
            <a:srgbClr val="F0A500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73152" cy="63093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三、综合结论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863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三港区集装箱吞吐量整体稳健增长，大连港持续领跑。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2026-05-03T01:19:13Z</dcterms:created>
  <dcterms:modified xsi:type="dcterms:W3CDTF">2026-05-03T01:19:13Z</dcterms:modified>
</cp:coreProperties>
</file>