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</c:v>
                </c:pt>
              </c:strCache>
            </c:strRef>
          </c:tx>
          <c:spPr>
            <a:solidFill>
              <a:srgbClr val="0048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大连港</c:v>
                  </c:pt>
                  <c:pt idx="1">
                    <c:v>营口港</c:v>
                  </c:pt>
                  <c:pt idx="2">
                    <c:v>锦州港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4500.5</c:v>
                </c:pt>
                <c:pt idx="1">
                  <c:v>3200.1</c:v>
                </c:pt>
                <c:pt idx="2">
                  <c:v>1800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right"/>
        </c:scaling>
        <c:delete val="0"/>
        <c:axPos val="l"/>
        <c:majorGridlines>
          <c:spPr>
            <a:ln w="6350" cap="flat">
              <a:solidFill>
                <a:srgbClr val="1F1A121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BF6EE"/>
        </a:solidFill>
        <a:ln>
          <a:noFill/>
        </a:ln>
        <a:effectLst/>
      </c:spPr>
    </c:plotArea>
    <c:plotVisOnly val="1"/>
    <c:dispBlanksAs val="span"/>
  </c:chart>
  <c:spPr>
    <a:solidFill>
      <a:srgbClr val="FBF6E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657600" cy="50292"/>
          </a:xfrm>
          <a:prstGeom prst="rect">
            <a:avLst/>
          </a:prstGeom>
          <a:solidFill>
            <a:srgbClr val="AC916B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Q1 港区吞吐量分析报告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944849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编制：Analytica Test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5029200"/>
            <a:ext cx="944849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C91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2026-04-29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  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1371600"/>
            <a:ext cx="97228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Ⅰ.  一、港区吞吐量现状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828800"/>
            <a:ext cx="97228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Ⅱ.  二、关键指标分析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286000"/>
            <a:ext cx="97228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Ⅲ.  三、综合结论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核心经营指标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393338" cy="4114800"/>
          </a:xfrm>
          <a:prstGeom prst="roundRect">
            <a:avLst>
              <a:gd name="adj" fmla="val 1617"/>
            </a:avLst>
          </a:prstGeom>
          <a:solidFill>
            <a:srgbClr val="FFFEFB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5193792"/>
            <a:ext cx="3393338" cy="109728"/>
          </a:xfrm>
          <a:prstGeom prst="rect">
            <a:avLst/>
          </a:prstGeom>
          <a:solidFill>
            <a:srgbClr val="00488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总吞吐量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2104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488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9500.6 万吨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Q1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307738" y="1188720"/>
            <a:ext cx="3393338" cy="4114800"/>
          </a:xfrm>
          <a:prstGeom prst="roundRect">
            <a:avLst>
              <a:gd name="adj" fmla="val 1617"/>
            </a:avLst>
          </a:prstGeom>
          <a:solidFill>
            <a:srgbClr val="FFFEFB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07738" y="5193792"/>
            <a:ext cx="3393338" cy="109728"/>
          </a:xfrm>
          <a:prstGeom prst="rect">
            <a:avLst/>
          </a:prstGeom>
          <a:solidFill>
            <a:srgbClr val="004889"/>
          </a:solidFill>
          <a:ln/>
        </p:spPr>
      </p:sp>
      <p:sp>
        <p:nvSpPr>
          <p:cNvPr id="10" name="Text 8"/>
          <p:cNvSpPr/>
          <p:nvPr/>
        </p:nvSpPr>
        <p:spPr>
          <a:xfrm>
            <a:off x="4399178" y="137160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同比增长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99178" y="2011680"/>
            <a:ext cx="32104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488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399178" y="329184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YoY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66837" y="1188720"/>
            <a:ext cx="3393338" cy="4114800"/>
          </a:xfrm>
          <a:prstGeom prst="roundRect">
            <a:avLst>
              <a:gd name="adj" fmla="val 1617"/>
            </a:avLst>
          </a:prstGeom>
          <a:solidFill>
            <a:srgbClr val="FFFEFB"/>
          </a:solidFill>
          <a:ln/>
          <a:effectLst>
            <a:outerShdw sx="100000" sy="100000" kx="0" ky="0" algn="bl" rotWithShape="0" blurRad="101600" dist="38100" dir="5400000">
              <a:srgbClr val="999999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6837" y="5193792"/>
            <a:ext cx="3393338" cy="109728"/>
          </a:xfrm>
          <a:prstGeom prst="rect">
            <a:avLst/>
          </a:prstGeom>
          <a:solidFill>
            <a:srgbClr val="AC916B"/>
          </a:solidFill>
          <a:ln/>
        </p:spPr>
      </p:sp>
      <p:sp>
        <p:nvSpPr>
          <p:cNvPr id="15" name="Text 13"/>
          <p:cNvSpPr/>
          <p:nvPr/>
        </p:nvSpPr>
        <p:spPr>
          <a:xfrm>
            <a:off x="8158277" y="137160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最高港区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58277" y="2011680"/>
            <a:ext cx="32104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C916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大连港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158277" y="3291840"/>
            <a:ext cx="321045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4500.5 万吨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1094415" cy="10973"/>
          </a:xfrm>
          <a:prstGeom prst="rect">
            <a:avLst/>
          </a:prstGeom>
          <a:solidFill>
            <a:srgbClr val="00488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0" dirty="0">
                <a:solidFill>
                  <a:srgbClr val="AC91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Ⅰ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一、港区吞吐量现状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612880" y="6400800"/>
            <a:ext cx="118872" cy="118872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港区吞吐量</a:t>
            </a:r>
            <a:endParaRPr lang="en-US" sz="1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914400"/>
          <a:ext cx="11094415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11612880" y="6400800"/>
            <a:ext cx="118872" cy="118872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AC91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一、港区吞吐量现状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50292" cy="1014984"/>
          </a:xfrm>
          <a:prstGeom prst="rect">
            <a:avLst/>
          </a:prstGeom>
          <a:solidFill>
            <a:srgbClr val="AC91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2026 Q1 大连港吞吐量达 4500.5 万吨，同比增长 12%，居三港之首；营口港 3200.1 万吨，锦州港 1800.0 万吨。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1094415" cy="10973"/>
          </a:xfrm>
          <a:prstGeom prst="rect">
            <a:avLst/>
          </a:prstGeom>
          <a:solidFill>
            <a:srgbClr val="00488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0" dirty="0">
                <a:solidFill>
                  <a:srgbClr val="AC91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Ⅱ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二、关键指标分析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612880" y="6400800"/>
            <a:ext cx="118872" cy="118872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二、关键指标分析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685800" y="1463040"/>
            <a:ext cx="10820095" cy="411480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throughput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105457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488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↑12.0%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同比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488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↑3.0%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环比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二、关键指标分析 - 统计数据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5029200"/>
        </p:xfrm>
        <a:graphic>
          <a:graphicData uri="http://schemas.openxmlformats.org/drawingml/2006/table">
            <a:tbl>
              <a:tblPr/>
              <a:tblGrid>
                <a:gridCol w="1849069"/>
                <a:gridCol w="1849069"/>
                <a:gridCol w="1849069"/>
                <a:gridCol w="1849069"/>
                <a:gridCol w="1849069"/>
                <a:gridCol w="1849069"/>
              </a:tblGrid>
              <a:tr h="2514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指标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均值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中位数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标准差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最小值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EFB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最大值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throughput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3,166.87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1,800.00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4,500.50</a:t>
                      </a:r>
                      <a:endParaRPr lang="en-US" sz="11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11094415" cy="10973"/>
          </a:xfrm>
          <a:prstGeom prst="rect">
            <a:avLst/>
          </a:prstGeom>
          <a:solidFill>
            <a:srgbClr val="00488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0" dirty="0">
                <a:solidFill>
                  <a:srgbClr val="AC91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Ⅲ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三、综合结论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612880" y="6400800"/>
            <a:ext cx="118872" cy="118872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AC91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三、综合结论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50292" cy="1014984"/>
          </a:xfrm>
          <a:prstGeom prst="rect">
            <a:avLst/>
          </a:prstGeom>
          <a:solidFill>
            <a:srgbClr val="AC91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9A8E7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三港区集装箱吞吐量整体稳健增长，大连港持续领跑。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AC9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BF6E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附录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BF6E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完整数据明细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完整数据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11094415" cy="50292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BF6EE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港区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BF6EE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吞吐量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大连港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4,500.50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营口港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3,200.10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锦州港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1,800.00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2286000"/>
            <a:ext cx="6705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结语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0" y="4114800"/>
            <a:ext cx="304495" cy="304495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AC9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BF6E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附录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BF6E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完整数据明细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完整数据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11094415" cy="50292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BF6EE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港区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BF6EE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吞吐量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4889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大连港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4,500.50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营口港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3,200.10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锦州港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1,800.00</a:t>
                      </a:r>
                      <a:endParaRPr lang="en-US" sz="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2286000"/>
            <a:ext cx="6705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488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结语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43600" y="4114800"/>
            <a:ext cx="304495" cy="304495"/>
          </a:xfrm>
          <a:prstGeom prst="rect">
            <a:avLst/>
          </a:prstGeom>
          <a:solidFill>
            <a:srgbClr val="AC916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2026-05-04T13:45:48Z</dcterms:created>
  <dcterms:modified xsi:type="dcterms:W3CDTF">2026-05-04T13:45:48Z</dcterms:modified>
</cp:coreProperties>
</file>