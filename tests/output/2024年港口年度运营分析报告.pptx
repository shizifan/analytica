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2024年港口年度运营分析报告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Microsoft YaHei"/>
              </a:defRPr>
            </a:pPr>
            <a:r>
              <a:t>编制：数据分析团队 · Analytica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2024-12-31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" cy="21945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1.  货物吞吐量综合分析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2.  泊位利用率与运营效率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3.  月度趋势对比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4.  原始数据明细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货物吞吐量综合分析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货物吞吐量综合分析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463040"/>
            <a:ext cx="1554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货物吞吐量(万吨)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↑8.3%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463040"/>
            <a:ext cx="1554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集装箱(万TEU)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774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474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↑3.8%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937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463040"/>
            <a:ext cx="1554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散杂货(万吨)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↑3.7%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Calibri"/>
              </a:defRPr>
            </a:pPr>
            <a:r>
              <a:t>↓1.2%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937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463040"/>
            <a:ext cx="1554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液体散货(万吨)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774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↑1.5%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37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货物吞吐量综合分析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6280" y="1097280"/>
            <a:ext cx="45720" cy="5303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2024年港口货物吞吐量整体呈稳健增长态势。全年累计完成货物吞吐量14,580万吨，同比增长8.3%，显著高于行业平均水平5.1%。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分季度来看，一季度受春节假期及寒潮天气影响，吞吐量为3,200万吨，环比下降12.5%；二季度随着复工复产全面推进，吞吐量迅速恢复至3,650万吨；三季度在暑期运输旺季拉动下，单月峰值达到1,350万吨（9月），创历史新高；四季度受全球航运市场景气回暖影响，维持在3,800万吨的高位运行。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从货种结构看，集装箱吞吐量增速最为亮眼，累计完成98.5万TEU，同比增长12.1%，主要得益于新航线开辟和腹地经济活跃。散杂货受国际铁矿石价格波动影响，增速相对温和（+3.7%），但仍实现正增长。液体散货因油品进口量增加，同比增长6.8%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货物吞吐量(万吨)：均值 1,215.00  标准差 145.30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集装箱(万TEU)：均值 8.21  标准差 1.12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散杂货(万吨)：均值 420.50  标准差 38.70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液体散货(万吨)：均值 310.20  标准差 28.40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货物吞吐量综合分析 - 统计数据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货物吞吐量(万吨)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1,215.00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1,195.00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145.30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1,350.00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集装箱(万TEU)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8.21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8.05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6.80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10.20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散杂货(万吨)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420.50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365.00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498.00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液体散货(万吨)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310.20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305.00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28.40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270.00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368.00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泊位利用率与运营效率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泊位利用率与运营效率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463040"/>
            <a:ext cx="21640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1889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大连港区利用率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889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↑4.1%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1889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9960" y="1463040"/>
            <a:ext cx="21640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7119" y="1645920"/>
            <a:ext cx="1889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营口港区利用率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7119" y="2377440"/>
            <a:ext cx="1889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7119" y="347472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7119" y="4023360"/>
            <a:ext cx="1889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Calibri"/>
              </a:defRPr>
            </a:pPr>
            <a:r>
              <a:t>↓0.8%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7119" y="493776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8360" y="1463040"/>
            <a:ext cx="21640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5520" y="1645920"/>
            <a:ext cx="1889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锦州港区利用率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5520" y="2377440"/>
            <a:ext cx="1889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  <a:latin typeface="Calibri"/>
              </a:defRPr>
            </a:pPr>
            <a:r>
              <a:t>↓2.3%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5520" y="347472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5520" y="4023360"/>
            <a:ext cx="1889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↑3.2%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5520" y="4937760"/>
            <a:ext cx="1889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泊位利用率与运营效率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6280" y="1097280"/>
            <a:ext cx="45720" cy="5303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泊位综合利用率方面，全年平均泊位利用率为72.8%，较上年同期提升3.2个百分点，显示港口资源调配能力持续优化。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各港区表现分化显著：大连港区凭借深水泊位优势和智慧调度系统，利用率高达81.3%，居各港区首位；营口港区因鲅鱼圈港区扩建后产能释放，利用率为73.5%，同比上升5.1个百分点；锦州港区受部分泊位升级改造影响，利用率为62.4%，短期下滑但年末已恢复至68%水平。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值得关注的是，高峰时段（8-10月）泊位利用率峰值达92.1%，已接近国际港口85-95%的拥堵预警线，建议加快泊位智能化改造和船舶调度算法升级。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大连港区利用率：均值 0.81  标准差 0.07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营口港区利用率：均值 0.73  标准差 0.06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锦州港区利用率：均值 0.62  标准差 0.07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泊位利用率与运营效率 - 统计数据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14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大连港区利用率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0.9210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营口港区利用率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0.7350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0.7420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0.0580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0.8450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锦州港区利用率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0.5100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0.7800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月度趋势对比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月度货物吞吐量同比对比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796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2023年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2024年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1050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1130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1200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1260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1300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1350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1230</a:t>
                      </a:r>
                    </a:p>
                  </a:txBody>
                  <a:tcPr/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各港区泊位利用率月度趋势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796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大连港区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营口港区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锦州港区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原始数据明细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综合分析表明，2024年港口运营实现量质齐升：货物吞吐量同比增长8.3%，集装箱增速达12.1%，泊位利用率提升3.2个百分点。主要驱动因素包括：（1）新航线开辟带动集装箱业务快速增长；（2）智慧调度系统上线有效提升泊位周转效率；（3）腹地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