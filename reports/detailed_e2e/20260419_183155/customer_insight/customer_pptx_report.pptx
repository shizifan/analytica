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数据分析报告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A500"/>
                </a:solidFill>
                <a:latin typeface="Microsoft YaHei"/>
              </a:defRPr>
            </a:pPr>
            <a:r>
              <a:t>编制：Analytica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188720"/>
            <a:ext cx="73152" cy="5486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3A5F"/>
                </a:solidFill>
                <a:latin typeface="Microsoft YaHei"/>
              </a:defRPr>
            </a:pPr>
            <a:r>
              <a:t>1.  分析 - T002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0A5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分析 - T002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分析 - T002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26280" y="1097280"/>
            <a:ext cx="45720" cy="53035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[自动生成失败] 统计概况：{'customerFilesNumber': {'mean': 9454.0, 'median': 9454.0, 'std': None, 'min': 9454.0, 'max': 9454.0, 'missing_rate': 0.0}, 'outPortQty': {'mean': 6298.0, 'median': 6298.0, 'std': None, 'min': 6298.0, 'max': 6298.0, 'missing_rate': 0.0}, 'strategyClientQty': {'mean': 33.0, 'median': 33.0, 'std': None, 'min': 33.0, 'max': 33.0, 'missing_rate': 0.0}, 'totalQty': {'mean': 6632.0, 'median': 6632.0, 'std': None, 'min': 6632.0, 'max': 6632.0, 'missing_rate': 0.0}}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customerFilesNumber：均值 9,454.00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outPortQty：均值 6,298.00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strategyClientQty：均值 33.00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totalQty：均值 6,632.00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分析 - T002 - 统计数据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937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customerFilesNumber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9,454.00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9,454.00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9,454.00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9,454.00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outPortQty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6,298.00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6,298.00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6,298.00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6,298.00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strategyClientQty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33.00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totalQty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6,632.00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6,632.00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6,632.00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6,632.00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核心结论与建议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[自动生成失败] 统计概况：{'customerFilesNumber': {'mean': 9454.0, 'median': 9454.0, 'std': None, 'min': 9454.0,...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谢谢观看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65760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A500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