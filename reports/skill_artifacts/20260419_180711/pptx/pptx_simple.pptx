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测试报告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Microsoft YaHei"/>
              </a:defRPr>
            </a:pPr>
            <a:r>
              <a:t>编制：Test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2026-04-19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188720"/>
            <a:ext cx="73152" cy="54864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E3A5F"/>
                </a:solidFill>
                <a:latin typeface="Microsoft YaHei"/>
              </a:defRPr>
            </a:pPr>
            <a:r>
              <a:t>1.  测试章节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0A500"/>
                </a:solidFill>
                <a:latin typeface="Calibri"/>
              </a:defRPr>
            </a:pPr>
            <a:r>
              <a:t>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测试章节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438912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核心结论与建议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1005840"/>
            <a:ext cx="27432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  数据分析完成，详见各章节内容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谢谢观看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657600"/>
            <a:ext cx="1828800" cy="54864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0A500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